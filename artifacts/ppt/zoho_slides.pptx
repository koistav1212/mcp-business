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Zoho Corporation Partnership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Intelligence Brief | Powered by AI Agent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Analysis: Zoho Corporation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Headquarters: Chennai, India &amp; Austin, Texas</a:t>
            </a:r>
          </a:p>
          <a:p>
            <a:pPr/>
            <a:r>
              <a:t>Operational size: 10,000+ employees</a:t>
            </a:r>
          </a:p>
          <a:p>
            <a:pPr/>
            <a:r>
              <a:t>Target Segment: Software / SaaS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News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Signal: Zoho launches new AI-driven CRM tools</a:t>
            </a:r>
          </a:p>
          <a:p>
            <a:pPr/>
            <a:r>
              <a:t>Opportunity to deploy automated workspace agents</a:t>
            </a:r>
          </a:p>
          <a:p>
            <a:pPr/>
            <a:r>
              <a:t>Reduces time-to-market for slide and report compilation by 90%.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