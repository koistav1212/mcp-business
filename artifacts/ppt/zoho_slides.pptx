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1E293B"/>
                </a:solidFill>
              </a:rPr>
              <a:t>Zoho Corporation Partnership Brief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34155"/>
                </a:solidFill>
              </a:rPr>
              <a:t>Business Intelligence Brief | Powered by AI Agent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293B"/>
                </a:solidFill>
              </a:rPr>
              <a:t>Strategic Analysis: Zoho Corporation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334155"/>
                </a:solidFill>
              </a:rPr>
              <a:t>Headquarters: Chennai, India &amp; Austin, Texas</a:t>
            </a:r>
          </a:p>
          <a:p>
            <a:pPr/>
            <a:r>
              <a:rPr>
                <a:solidFill>
                  <a:srgbClr val="334155"/>
                </a:solidFill>
              </a:rPr>
              <a:t>Operational size: 10,000+ employees</a:t>
            </a:r>
          </a:p>
          <a:p>
            <a:pPr/>
            <a:r>
              <a:rPr>
                <a:solidFill>
                  <a:srgbClr val="334155"/>
                </a:solidFill>
              </a:rPr>
              <a:t>Target Segment: Software / SaaS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293B"/>
                </a:solidFill>
              </a:rPr>
              <a:t>Actionable News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334155"/>
                </a:solidFill>
              </a:rPr>
              <a:t>Signal: Zoho launches new AI-driven CRM tools</a:t>
            </a:r>
          </a:p>
          <a:p>
            <a:pPr/>
            <a:r>
              <a:rPr>
                <a:solidFill>
                  <a:srgbClr val="334155"/>
                </a:solidFill>
              </a:rPr>
              <a:t>Opportunity to deploy automated workspace agents</a:t>
            </a:r>
          </a:p>
          <a:p>
            <a:pPr/>
            <a:r>
              <a:rPr>
                <a:solidFill>
                  <a:srgbClr val="334155"/>
                </a:solidFill>
              </a:rPr>
              <a:t>Reduces time-to-market for slide and report compilation by 90%.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