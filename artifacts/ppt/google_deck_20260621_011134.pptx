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6366F1"/>
                </a:solidFill>
              </a:rPr>
              <a:t>ALPHABET INC. BRIEFING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Business Intelligence Brief | Powered by AI Agent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6366F1"/>
                </a:solidFill>
              </a:rPr>
              <a:t>Strategic Analysis: Alphabet Inc.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Headquarters: 1600 Amphitheatre Parkway, Mountain View, CA, United States</a:t>
            </a:r>
          </a:p>
          <a:p>
            <a:pPr/>
            <a:r>
              <a:rPr>
                <a:solidFill>
                  <a:srgbClr val="4F46E5"/>
                </a:solidFill>
              </a:rPr>
              <a:t>Scale: 194,668 Employees</a:t>
            </a:r>
          </a:p>
          <a:p>
            <a:pPr/>
            <a:r>
              <a:rPr>
                <a:solidFill>
                  <a:srgbClr val="4F46E5"/>
                </a:solidFill>
              </a:rPr>
              <a:t>Analysis Framework: Porter's Five Forces</a:t>
            </a:r>
          </a:p>
          <a:p>
            <a:pPr/>
            <a:r>
              <a:rPr>
                <a:solidFill>
                  <a:srgbClr val="4F46E5"/>
                </a:solidFill>
              </a:rPr>
              <a:t>Presentation Style: Creative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6366F1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Key player in market battling against Alphabet, Meta Platforms, ByteDance</a:t>
            </a:r>
          </a:p>
          <a:p>
            <a:pPr/>
            <a:r>
              <a:rPr>
                <a:solidFill>
                  <a:srgbClr val="4F46E5"/>
                </a:solidFill>
              </a:rPr>
              <a:t>Leaders: Mr. Sundar  Pichai (CEO &amp; Director), Ms. Ruth M. Porat (President &amp; Chief Investment Officer), Dr. Lawrence Edward Page II (Co-Founder &amp; Director), Mr. Sergey  Brin (Co-Founder &amp; Director), Ms. Anat  Ashkenazi (Senior VP &amp; CFO), Mr. J. Kent Walker (President of Global Affairs, Chief Legal Officer &amp; Company Secretary), Mr. Philipp  Schindler (Senior Vice President &amp; Chief Business Officer of Google), Ms. Marsida  Saraci (Principal Accounting Officer, VP &amp; Controller), Mr. James H. Friedland (Head of Investor Relations), Ms. Fiona Clare Cicconi (Chief People Officer)</a:t>
            </a:r>
          </a:p>
          <a:p>
            <a:pPr/>
            <a:r>
              <a:rPr>
                <a:solidFill>
                  <a:srgbClr val="4F46E5"/>
                </a:solidFill>
              </a:rPr>
              <a:t>Focus area: Growth and strategic positioning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6366F1"/>
                </a:solidFill>
              </a:rPr>
              <a:t>Porter's Five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Rivalry: High competition with Alphabet, Meta Platforms, ByteDance</a:t>
            </a:r>
          </a:p>
          <a:p>
            <a:pPr/>
            <a:r>
              <a:rPr>
                <a:solidFill>
                  <a:srgbClr val="4F46E5"/>
                </a:solidFill>
              </a:rPr>
              <a:t>Buyers: High bargaining power demanding integrations</a:t>
            </a:r>
          </a:p>
          <a:p>
            <a:pPr/>
            <a:r>
              <a:rPr>
                <a:solidFill>
                  <a:srgbClr val="4F46E5"/>
                </a:solidFill>
              </a:rPr>
              <a:t>Suppliers: High pressure for talent (Customer Success Representative in Operations (Remote))</a:t>
            </a:r>
          </a:p>
          <a:p>
            <a:pPr/>
            <a:r>
              <a:rPr>
                <a:solidFill>
                  <a:srgbClr val="4F46E5"/>
                </a:solidFill>
              </a:rPr>
              <a:t>New Entrants: Medium-Low barrier to entry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6366F1"/>
                </a:solidFill>
              </a:rPr>
              <a:t>Financial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Annual Revenue Indicator: $307.4B</a:t>
            </a:r>
          </a:p>
          <a:p>
            <a:pPr/>
            <a:r>
              <a:rPr>
                <a:solidFill>
                  <a:srgbClr val="4F46E5"/>
                </a:solidFill>
              </a:rPr>
              <a:t>Total Funding: N/A</a:t>
            </a:r>
          </a:p>
          <a:p>
            <a:pPr/>
            <a:r>
              <a:rPr>
                <a:solidFill>
                  <a:srgbClr val="4F46E5"/>
                </a:solidFill>
              </a:rPr>
              <a:t>Last Round: N/A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6366F1"/>
                </a:solidFill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Address recruitment pipelines for Customer Success Representative in Operations (Remote)</a:t>
            </a:r>
          </a:p>
          <a:p>
            <a:pPr/>
            <a:r>
              <a:rPr>
                <a:solidFill>
                  <a:srgbClr val="4F46E5"/>
                </a:solidFill>
              </a:rPr>
              <a:t>Deploy automation to stand out against Alphabet, Meta Platforms, ByteDance</a:t>
            </a:r>
          </a:p>
          <a:p>
            <a:pPr/>
            <a:r>
              <a:rPr>
                <a:solidFill>
                  <a:srgbClr val="4F46E5"/>
                </a:solidFill>
              </a:rPr>
              <a:t>Optimize resource allocation to leverage tech strengths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