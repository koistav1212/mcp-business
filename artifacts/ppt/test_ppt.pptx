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solidFill>
                  <a:srgbClr val="1E293B"/>
                </a:solidFill>
              </a:rPr>
              <a:t>Test PowerPoint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>
                <a:solidFill>
                  <a:srgbClr val="334155"/>
                </a:solidFill>
              </a:rPr>
              <a:t>Business Intelligence Brief | Powered by AI Agent Framework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E293B"/>
                </a:solidFill>
              </a:rPr>
              <a:t>Slide 1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>
                <a:solidFill>
                  <a:srgbClr val="334155"/>
                </a:solidFill>
              </a:rPr>
              <a:t>bullet 1</a:t>
            </a:r>
          </a:p>
          <a:p>
            <a:pPr/>
            <a:r>
              <a:rPr>
                <a:solidFill>
                  <a:srgbClr val="334155"/>
                </a:solidFill>
              </a:rPr>
              <a:t>bullet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