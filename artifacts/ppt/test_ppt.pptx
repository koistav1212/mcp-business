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Test PowerPoint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Business Intelligence Brief | Powered by AI Agent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bullet 1</a:t>
            </a:r>
          </a:p>
          <a:p>
            <a:pPr/>
            <a:r>
              <a:t>bullet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